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Unified Server Test</a:t>
            </a:r>
            <a:br/>
            <a:r>
              <a:t>---</a:t>
            </a:r>
            <a:br/>
            <a:br/>
            <a:r>
              <a:t># Testing</a:t>
            </a:r>
            <a:br/>
            <a:r>
              <a:t>## Unified server markdown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  <a:p/>
          <a:p>
            <a:r>
              <a:t>Simple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Hybrid Workflow Test</a:t>
            </a:r>
            <a:br/>
            <a:r>
              <a:t>---</a:t>
            </a:r>
            <a:br/>
            <a:br/>
            <a:r>
              <a:t># Introduction</a:t>
            </a:r>
            <a:br/>
            <a:r>
              <a:t>## Testing hybrid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