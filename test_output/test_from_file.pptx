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  <a:br/>
            <a:r>
              <a:t>title: Test Presentation</a:t>
            </a:r>
            <a:br/>
            <a:r>
              <a:t>author: Test User</a:t>
            </a:r>
            <a:br/>
            <a:r>
              <a:t>theme: corporate</a:t>
            </a:r>
            <a:br/>
            <a:r>
              <a:t>---</a:t>
            </a:r>
            <a:br/>
            <a:br/>
            <a:r>
              <a:t># Welcome</a:t>
            </a:r>
            <a:br/>
            <a:r>
              <a:t>## Test Subtitle</a:t>
            </a:r>
            <a:br/>
            <a:br/>
            <a:r>
              <a:t>---</a:t>
            </a:r>
            <a:br/>
            <a:br/>
            <a:br/>
            <a:r>
              <a:t>### Key Points</a:t>
            </a:r>
            <a:br/>
            <a:br/>
            <a:r>
              <a:t>- Point 1</a:t>
            </a:r>
            <a:br/>
            <a:r>
              <a:t>- Point 2</a:t>
            </a:r>
            <a:br/>
            <a:r>
              <a:t>- Point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  <a:br/>
            <a:r>
              <a:t>title: File Test</a:t>
            </a:r>
            <a:br/>
            <a:r>
              <a:t>---</a:t>
            </a:r>
            <a:br/>
            <a:br/>
            <a:r>
              <a:t># From File</a:t>
            </a:r>
            <a:br/>
            <a:r>
              <a:t>## Testing file input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