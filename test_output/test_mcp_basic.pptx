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90</c:v>
                </c:pt>
                <c:pt idx="2">
                  <c:v>110</c:v>
                </c:pt>
                <c:pt idx="3">
                  <c:v>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MCP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Testing Suite\nTest Runner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Item 1</a:t>
            </a:r>
          </a:p>
          <a:p>
            <a:pPr/>
            <a:r>
              <a:t>Item 2</a:t>
            </a:r>
          </a:p>
          <a:p>
            <a:pPr/>
            <a:r>
              <a:t>Item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