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202124"/>
                </a:solidFill>
              </a:rPr>
              <a:t>Unified Server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202124"/>
                </a:solidFill>
              </a:rPr>
              <a:t>All features in one 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02124"/>
                </a:solidFill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202124"/>
                </a:solidFill>
              </a:rPr>
              <a:t>Markdown conversion</a:t>
            </a:r>
          </a:p>
          <a:p>
            <a:r>
              <a:rPr>
                <a:solidFill>
                  <a:srgbClr val="202124"/>
                </a:solidFill>
              </a:rPr>
              <a:t>Granular MCP tools</a:t>
            </a:r>
          </a:p>
          <a:p>
            <a:r>
              <a:rPr>
                <a:solidFill>
                  <a:srgbClr val="202124"/>
                </a:solidFill>
              </a:rPr>
              <a:t>Material Design themes</a:t>
            </a:r>
          </a:p>
          <a:p>
            <a:r>
              <a:rPr>
                <a:solidFill>
                  <a:srgbClr val="202124"/>
                </a:solidFill>
              </a:rPr>
              <a:t>Accessibility checking</a:t>
            </a:r>
          </a:p>
          <a:p>
            <a:r>
              <a:rPr>
                <a:solidFill>
                  <a:srgbClr val="202124"/>
                </a:solidFill>
              </a:rPr>
              <a:t>Charts and SmartArt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02124"/>
                </a:solidFill>
              </a:rPr>
              <a:t>Sample Data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